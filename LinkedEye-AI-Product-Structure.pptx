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1704320" cy="73152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457200"/>
            <a:ext cx="3017520" cy="3017520"/>
          </a:xfrm>
          <a:prstGeom prst="rect">
            <a:avLst/>
          </a:prstGeom>
          <a:solidFill>
            <a:srgbClr val="0C1F3A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1097280"/>
            <a:ext cx="2377440" cy="2377440"/>
          </a:xfrm>
          <a:prstGeom prst="rect">
            <a:avLst/>
          </a:prstGeom>
          <a:solidFill>
            <a:srgbClr val="0D1A2A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LinkedEye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Infrastructure Intelligence Platform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640080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3375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C1F3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LangGraph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95728" y="33375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C1F3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MCP Servers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68496" y="33375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C1F3A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8496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D34D"/>
                </a:solidFill>
              </a:rPr>
              <a:t>Prometheus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41264" y="33375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C1F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Elasticsearch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14032" y="33375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C1F3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Loki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33375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C1F3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Kubernetes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Santhira Technologies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Product Architecture Document  · 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v1.0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32688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Product Spec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13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01  PRODUCT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LinkedEye AI?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430000" cy="685800"/>
          </a:xfrm>
          <a:prstGeom prst="rect">
            <a:avLst/>
          </a:prstGeom>
          <a:solidFill>
            <a:srgbClr val="0C1F3A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D3EE"/>
                </a:solidFill>
              </a:rPr>
              <a:t>"Ask your infrastructure anything. Get answers with real data, inline charts, and exact fix commands — in seconds."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3749040" cy="3291840"/>
          </a:xfrm>
          <a:prstGeom prst="rect">
            <a:avLst/>
          </a:prstGeom>
          <a:solidFill>
            <a:srgbClr val="0D1A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40280"/>
            <a:ext cx="3749040" cy="548640"/>
          </a:xfrm>
          <a:prstGeom prst="rect">
            <a:avLst/>
          </a:prstGeom>
          <a:solidFill>
            <a:srgbClr val="0C1F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👁  Monitor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Physical servers (ILO/iDRAC)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319272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KVM hypervisors + VMs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73989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Cisco/Aruba/Huawei switches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23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Fortigate firewalls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581144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544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Kubernetes clusters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500176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965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Storage SAN/NAS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2240280"/>
            <a:ext cx="3749040" cy="3291840"/>
          </a:xfrm>
          <a:prstGeom prst="rect">
            <a:avLst/>
          </a:prstGeom>
          <a:solidFill>
            <a:srgbClr val="0D1A2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2240280"/>
            <a:ext cx="3749040" cy="548640"/>
          </a:xfrm>
          <a:prstGeom prst="rect">
            <a:avLst/>
          </a:prstGeom>
          <a:solidFill>
            <a:srgbClr val="0C1F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🧠  AI Intelligence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26280" y="289864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Natural language queries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331927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LangGraph orchestration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373989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MCP server tools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416052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4123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Zero hallucination design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458114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4544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Real data citations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26280" y="500176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4965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Root cause analysis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2240280"/>
            <a:ext cx="3749040" cy="3291840"/>
          </a:xfrm>
          <a:prstGeom prst="rect">
            <a:avLst/>
          </a:prstGeom>
          <a:solidFill>
            <a:srgbClr val="0D1A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29600" y="2240280"/>
            <a:ext cx="3749040" cy="548640"/>
          </a:xfrm>
          <a:prstGeom prst="rect">
            <a:avLst/>
          </a:prstGeom>
          <a:solidFill>
            <a:srgbClr val="0C1F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📊  Visualize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458200" y="2898648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13648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Grafana-style inline charts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58200" y="33192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13648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Datadog-style log viewer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58200" y="3739896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Real Prometheus metrics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58200" y="416052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4123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Elasticsearch OMS logs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58200" y="458114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4544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Loki pod/app logs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58200" y="5001768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4965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Slack + Web chat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5669280"/>
            <a:ext cx="2103120" cy="868680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5687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16+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365760" y="6099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Monitored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Parameters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51760" y="5669280"/>
            <a:ext cx="2103120" cy="868680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51760" y="5687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6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2651760" y="6099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MCP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Servers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937760" y="5669280"/>
            <a:ext cx="2103120" cy="868680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0" y="5687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0ms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4937760" y="6099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Hallucination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Risk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223760" y="5669280"/>
            <a:ext cx="2103120" cy="868680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23760" y="5687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3s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223760" y="6099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Avg Query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Response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509760" y="5669280"/>
            <a:ext cx="2103120" cy="868680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09760" y="5687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100%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9509760" y="6099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Real 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Only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02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" y="1280160"/>
            <a:ext cx="128016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</a:rPr>
              <a:t>DATA SOURCES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54480" y="135331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35331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Prometheus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(Metrics)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9272" y="135331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9272" y="135331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Elasticsearch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(OMS Logs)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84064" y="135331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84064" y="135331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Loki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(App Logs)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48856" y="135331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48856" y="135331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Kubernetes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13648" y="135331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13648" y="135331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LinkedEye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378440" y="135331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378440" y="135331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SNMP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(Network)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54580" y="219456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119372" y="219456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884164" y="219456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648956" y="219456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413748" y="219456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178540" y="219456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37160" y="2331720"/>
            <a:ext cx="128016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" y="2331720"/>
            <a:ext cx="1280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MCP SERVER LAYER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554480" y="240487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54480" y="240487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prometheus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-mcp :8001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19272" y="240487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19272" y="240487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elasticsearch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-mcp :8002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84064" y="240487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84064" y="240487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loki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-mcp :8003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240487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48856" y="240487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kubernetes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-mcp :8004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613648" y="240487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13648" y="240487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linkedeye-db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-mcp :8005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378440" y="240487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378440" y="240487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runbook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-mcp :8006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54580" y="324612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119372" y="324612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884164" y="324612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648956" y="324612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413748" y="324612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1178540" y="324612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37160" y="3383280"/>
            <a:ext cx="128016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160" y="3383280"/>
            <a:ext cx="1280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LANGGRAPH ORCHESTRATION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554480" y="345643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554480" y="345643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Classifier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19272" y="345643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319272" y="345643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Selector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84064" y="345643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084064" y="345643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Fetcher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48856" y="345643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848856" y="345643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Sufficiency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Checker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613648" y="345643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613648" y="345643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Builder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378440" y="345643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0378440" y="345643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Synthesizer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354580" y="429768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4119372" y="429768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5884164" y="429768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7648956" y="429768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9413748" y="429768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1178540" y="4297680"/>
            <a:ext cx="0" cy="137160"/>
          </a:xfrm>
          <a:prstGeom prst="line">
            <a:avLst/>
          </a:prstGeom>
          <a:noFill/>
          <a:ln w="9525">
            <a:solidFill>
              <a:srgbClr val="475569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137160" y="4434840"/>
            <a:ext cx="128016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7160" y="4434840"/>
            <a:ext cx="1280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INTERFACE LAYER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554480" y="450799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554480" y="450799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:8000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319272" y="450799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319272" y="450799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WebSocket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Streaming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084064" y="450799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084064" y="450799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Next.js 15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848856" y="450799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6848856" y="450799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Slack Bot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Bolt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613648" y="450799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8613648" y="450799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Grafana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Charts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378440" y="4507992"/>
            <a:ext cx="1600200" cy="768096"/>
          </a:xfrm>
          <a:prstGeom prst="rect">
            <a:avLst/>
          </a:prstGeom>
          <a:solidFill>
            <a:srgbClr val="0C1F3A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0378440" y="4507992"/>
            <a:ext cx="16002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Datadog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Logs UI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37160" y="5486400"/>
            <a:ext cx="2560320" cy="548640"/>
          </a:xfrm>
          <a:prstGeom prst="rect">
            <a:avLst/>
          </a:prstGeom>
          <a:solidFill>
            <a:srgbClr val="0D1A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37160" y="5486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👤  Engineer / NOC Team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880360" y="5486400"/>
            <a:ext cx="2560320" cy="548640"/>
          </a:xfrm>
          <a:prstGeom prst="rect">
            <a:avLst/>
          </a:prstGeom>
          <a:solidFill>
            <a:srgbClr val="0D1A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80360" y="5486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💻  Web Chat + Slack Bot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623560" y="5486400"/>
            <a:ext cx="2926080" cy="548640"/>
          </a:xfrm>
          <a:prstGeom prst="rect">
            <a:avLst/>
          </a:prstGeom>
          <a:solidFill>
            <a:srgbClr val="0D1A2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23560" y="5486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</a:rPr>
              <a:t>🔒  JWT + Keycloak + Multi-tenant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732520" y="5486400"/>
            <a:ext cx="3108960" cy="548640"/>
          </a:xfrm>
          <a:prstGeom prst="rect">
            <a:avLst/>
          </a:prstGeom>
          <a:solidFill>
            <a:srgbClr val="0D1A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🐳  Docker / Helm (On-Prem Deploy)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03  MCP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MCP Servers — One Per Data Source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3749040" cy="2514600"/>
          </a:xfrm>
          <a:prstGeom prst="rect">
            <a:avLst/>
          </a:prstGeom>
          <a:solidFill>
            <a:srgbClr val="0D1A2A"/>
          </a:solidFill>
          <a:ln w="1524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3749040" cy="457200"/>
          </a:xfrm>
          <a:prstGeom prst="rect">
            <a:avLst/>
          </a:prstGeom>
          <a:solidFill>
            <a:srgbClr val="0C1F3A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prometheus-mcp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353312"/>
            <a:ext cx="777240" cy="274320"/>
          </a:xfrm>
          <a:prstGeom prst="rect">
            <a:avLst/>
          </a:prstGeom>
          <a:solidFill>
            <a:srgbClr val="060D18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353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</a:rPr>
              <a:t>:8001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1828800"/>
            <a:ext cx="64008" cy="6400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830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get_cpu_usage(server, duration)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176272"/>
            <a:ext cx="64008" cy="6400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get_memory_usage(server, duration)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2523744"/>
            <a:ext cx="64008" cy="6400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4780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get_pod_restarts(namespace, threshold)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" y="2871216"/>
            <a:ext cx="64008" cy="6400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254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get_queue_metrics(exchange, line)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" y="3218688"/>
            <a:ext cx="64008" cy="6400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1729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get_oms_latency(exchange, percentile)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502152"/>
            <a:ext cx="356616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02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Prometheus HTTP API → PromQL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33672" y="1261872"/>
            <a:ext cx="3749040" cy="2514600"/>
          </a:xfrm>
          <a:prstGeom prst="rect">
            <a:avLst/>
          </a:prstGeom>
          <a:solidFill>
            <a:srgbClr val="0D1A2A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33672" y="1261872"/>
            <a:ext cx="3749040" cy="457200"/>
          </a:xfrm>
          <a:prstGeom prst="rect">
            <a:avLst/>
          </a:prstGeom>
          <a:solidFill>
            <a:srgbClr val="0C1F3A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261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elasticsearch-mcp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68312" y="1353312"/>
            <a:ext cx="777240" cy="274320"/>
          </a:xfrm>
          <a:prstGeom prst="rect">
            <a:avLst/>
          </a:prstGeom>
          <a:solidFill>
            <a:srgbClr val="060D18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1353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:8002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98264" y="1828800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7830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get_order_by_id(order_id)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98264" y="217627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get_order_failures(duration)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98264" y="2523744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24780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get_trade_analytics(broker, date)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98264" y="2871216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28254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get_failure_patterns(exchange, window)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98264" y="321868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31729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get_client_rejection_history(client_id)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25112" y="3502152"/>
            <a:ext cx="356616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25112" y="3502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Elasticsearch / OpenSearch → Query DSL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193024" y="1261872"/>
            <a:ext cx="3749040" cy="2514600"/>
          </a:xfrm>
          <a:prstGeom prst="rect">
            <a:avLst/>
          </a:prstGeom>
          <a:solidFill>
            <a:srgbClr val="0D1A2A"/>
          </a:solidFill>
          <a:ln w="1524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93024" y="1261872"/>
            <a:ext cx="3749040" cy="457200"/>
          </a:xfrm>
          <a:prstGeom prst="rect">
            <a:avLst/>
          </a:prstGeom>
          <a:solidFill>
            <a:srgbClr val="0C1F3A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84464" y="1261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loki-mcp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027664" y="1353312"/>
            <a:ext cx="777240" cy="274320"/>
          </a:xfrm>
          <a:prstGeom prst="rect">
            <a:avLst/>
          </a:prstGeom>
          <a:solidFill>
            <a:srgbClr val="060D18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27664" y="1353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:8003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357616" y="1828800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85632" y="17830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get_pod_logs(pod, level, limit)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57616" y="217627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85632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get_app_errors(service, duration)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357616" y="2523744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85632" y="24780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get_nginx_errors(endpoint, window)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357616" y="2871216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85632" y="28254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get_crash_logs(pod, before_ts)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57616" y="321868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85632" y="31729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get_oom_events(namespace)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284464" y="3502152"/>
            <a:ext cx="356616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84464" y="3502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Grafana Loki → LogQL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4005072"/>
            <a:ext cx="3749040" cy="2514600"/>
          </a:xfrm>
          <a:prstGeom prst="rect">
            <a:avLst/>
          </a:prstGeom>
          <a:solidFill>
            <a:srgbClr val="0D1A2A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4005072"/>
            <a:ext cx="3749040" cy="457200"/>
          </a:xfrm>
          <a:prstGeom prst="rect">
            <a:avLst/>
          </a:prstGeom>
          <a:solidFill>
            <a:srgbClr val="0C1F3A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kubernetes-mcp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108960" y="4096512"/>
            <a:ext cx="777240" cy="274320"/>
          </a:xfrm>
          <a:prstGeom prst="rect">
            <a:avLst/>
          </a:prstGeom>
          <a:solidFill>
            <a:srgbClr val="060D18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0" y="4096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:8004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38912" y="4572000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" y="4526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get_pod_status(namespace)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38912" y="4919472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" y="48737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get_k8s_events(pod)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38912" y="5266944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" y="52212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get_node_health(cluster)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38912" y="5614416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55686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get_deployment_info(name)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38912" y="5961888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6928" y="5916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get_resource_limits(pod)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6245352"/>
            <a:ext cx="356616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6245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Kubernetes API Server → REST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233672" y="4005072"/>
            <a:ext cx="3749040" cy="2514600"/>
          </a:xfrm>
          <a:prstGeom prst="rect">
            <a:avLst/>
          </a:prstGeom>
          <a:solidFill>
            <a:srgbClr val="0D1A2A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233672" y="4005072"/>
            <a:ext cx="3749040" cy="457200"/>
          </a:xfrm>
          <a:prstGeom prst="rect">
            <a:avLst/>
          </a:prstGeom>
          <a:solidFill>
            <a:srgbClr val="0C1F3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25112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linkedeye-db-mcp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068312" y="4096512"/>
            <a:ext cx="777240" cy="274320"/>
          </a:xfrm>
          <a:prstGeom prst="rect">
            <a:avLst/>
          </a:prstGeom>
          <a:solidFill>
            <a:srgbClr val="060D1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68312" y="4096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:8005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398264" y="457200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26280" y="4526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get_device_health(site, type)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398264" y="4919472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26280" y="48737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get_url_ssl_status(url)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398264" y="5266944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26280" y="52212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get_open_tickets(priority)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398264" y="5614416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26280" y="55686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get_site_summary(site_id)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398264" y="596188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26280" y="5916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get_hardware_status(host)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325112" y="6245352"/>
            <a:ext cx="356616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25112" y="6245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PostgreSQL → LinkedEye DB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193024" y="4005072"/>
            <a:ext cx="3749040" cy="2514600"/>
          </a:xfrm>
          <a:prstGeom prst="rect">
            <a:avLst/>
          </a:prstGeom>
          <a:solidFill>
            <a:srgbClr val="0D1A2A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8193024" y="4005072"/>
            <a:ext cx="3749040" cy="457200"/>
          </a:xfrm>
          <a:prstGeom prst="rect">
            <a:avLst/>
          </a:prstGeom>
          <a:solidFill>
            <a:srgbClr val="0C1F3A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84464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runbook-mcp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1027664" y="4096512"/>
            <a:ext cx="777240" cy="274320"/>
          </a:xfrm>
          <a:prstGeom prst="rect">
            <a:avLst/>
          </a:prstGeom>
          <a:solidFill>
            <a:srgbClr val="060D1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027664" y="4096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:8006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357616" y="4572000"/>
            <a:ext cx="64008" cy="6400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485632" y="4526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search_runbook_rag(query, top_k)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357616" y="4919472"/>
            <a:ext cx="64008" cy="6400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485632" y="48737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get_sop_by_issue(error_code)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357616" y="5266944"/>
            <a:ext cx="64008" cy="6400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85632" y="52212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ingest_runbook(doc_path, metadata)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357616" y="5614416"/>
            <a:ext cx="64008" cy="6400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485632" y="55686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get_related_incidents(symptoms)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357616" y="5961888"/>
            <a:ext cx="64008" cy="6400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485632" y="5916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get_fix_commands(issue_type)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284464" y="6245352"/>
            <a:ext cx="356616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284464" y="6245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pgVector / Qdrant → RAG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04  LANGGRAPH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— Query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37744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377440" cy="347472"/>
          </a:xfrm>
          <a:prstGeom prst="rect">
            <a:avLst/>
          </a:prstGeom>
          <a:solidFill>
            <a:srgbClr val="0C1F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USER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Natural language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'Why is pod crashing?'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82880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1371600"/>
            <a:ext cx="237744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1371600"/>
            <a:ext cx="2377440" cy="347472"/>
          </a:xfrm>
          <a:prstGeom prst="rect">
            <a:avLst/>
          </a:prstGeom>
          <a:solidFill>
            <a:srgbClr val="0C1F3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INTENT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CLASSIFIER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LLM classifies: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POD_CRASH / METRICS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/ ORDER / API_ERROR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182880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60720" y="1371600"/>
            <a:ext cx="237744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1371600"/>
            <a:ext cx="2377440" cy="347472"/>
          </a:xfrm>
          <a:prstGeom prst="rect">
            <a:avLst/>
          </a:prstGeom>
          <a:solidFill>
            <a:srgbClr val="0C1F3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SELECTOR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Picks MCP servers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based on intent type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182880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1371600"/>
            <a:ext cx="237744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03920" y="1371600"/>
            <a:ext cx="2377440" cy="347472"/>
          </a:xfrm>
          <a:prstGeom prst="rect">
            <a:avLst/>
          </a:prstGeom>
          <a:solidFill>
            <a:srgbClr val="0C1F3A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FETCHER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9536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Calls MCP tools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in parallel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03920" y="2834640"/>
            <a:ext cx="237744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03920" y="2834640"/>
            <a:ext cx="2377440" cy="347472"/>
          </a:xfrm>
          <a:prstGeom prst="rect">
            <a:avLst/>
          </a:prstGeom>
          <a:solidFill>
            <a:srgbClr val="0C1F3A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SUFFICIENCY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CHECKER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9536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Enough data?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Retry if incomplete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60720" y="2834640"/>
            <a:ext cx="237744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2834640"/>
            <a:ext cx="2377440" cy="347472"/>
          </a:xfrm>
          <a:prstGeom prst="rect">
            <a:avLst/>
          </a:prstGeom>
          <a:solidFill>
            <a:srgbClr val="0C1F3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CHART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BUILDER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Prometheus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→ Recharts JSON spec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0" y="2834640"/>
            <a:ext cx="237744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017520" y="2834640"/>
            <a:ext cx="2377440" cy="347472"/>
          </a:xfrm>
          <a:prstGeom prst="rect">
            <a:avLst/>
          </a:prstGeom>
          <a:solidFill>
            <a:srgbClr val="0C1F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SYNTHESIZER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0896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LLM reads real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Generates explanation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 cites sources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834640"/>
            <a:ext cx="2377440" cy="914400"/>
          </a:xfrm>
          <a:prstGeom prst="rect">
            <a:avLst/>
          </a:prstGeom>
          <a:solidFill>
            <a:srgbClr val="0D1A2A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2834640"/>
            <a:ext cx="2377440" cy="347472"/>
          </a:xfrm>
          <a:prstGeom prst="rect">
            <a:avLst/>
          </a:prstGeom>
          <a:solidFill>
            <a:srgbClr val="0C1F3A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RESPONSE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OUTPUT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Text + Chart + Logs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→ Web + Slack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692640" y="2286000"/>
            <a:ext cx="0" cy="54864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8503920" y="3291840"/>
            <a:ext cx="-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9244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←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760720" y="3291840"/>
            <a:ext cx="-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924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←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017520" y="3291840"/>
            <a:ext cx="-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604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←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503920" y="3886200"/>
            <a:ext cx="2377440" cy="365760"/>
          </a:xfrm>
          <a:prstGeom prst="rect">
            <a:avLst/>
          </a:prstGeom>
          <a:solidFill>
            <a:srgbClr val="060D18"/>
          </a:solidFill>
          <a:ln w="6350">
            <a:solidFill>
              <a:srgbClr val="FCD34D"/>
            </a:solidFill>
            <a:prstDash val="sysDash"/>
          </a:ln>
        </p:spPr>
      </p:sp>
      <p:sp>
        <p:nvSpPr>
          <p:cNvPr id="51" name="Text 49"/>
          <p:cNvSpPr/>
          <p:nvPr/>
        </p:nvSpPr>
        <p:spPr>
          <a:xfrm>
            <a:off x="850392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CD34D"/>
                </a:solidFill>
              </a:rPr>
              <a:t>↩  loops back if data insufficient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Intent Types: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0" y="4407408"/>
            <a:ext cx="1138428" cy="256032"/>
          </a:xfrm>
          <a:prstGeom prst="rect">
            <a:avLst/>
          </a:prstGeom>
          <a:solidFill>
            <a:srgbClr val="0C1F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0" y="4407408"/>
            <a:ext cx="1138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POD_CRASH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561588" y="4407408"/>
            <a:ext cx="1138428" cy="256032"/>
          </a:xfrm>
          <a:prstGeom prst="rect">
            <a:avLst/>
          </a:prstGeom>
          <a:solidFill>
            <a:srgbClr val="0C1F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1588" y="4407408"/>
            <a:ext cx="1138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API_ERROR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37176" y="4407408"/>
            <a:ext cx="946404" cy="256032"/>
          </a:xfrm>
          <a:prstGeom prst="rect">
            <a:avLst/>
          </a:prstGeom>
          <a:solidFill>
            <a:srgbClr val="0C1F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37176" y="4407408"/>
            <a:ext cx="9464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920740" y="4407408"/>
            <a:ext cx="1618488" cy="256032"/>
          </a:xfrm>
          <a:prstGeom prst="rect">
            <a:avLst/>
          </a:prstGeom>
          <a:solidFill>
            <a:srgbClr val="0C1F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20740" y="4407408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ORDER_ANALYSIS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676388" y="4407408"/>
            <a:ext cx="946404" cy="256032"/>
          </a:xfrm>
          <a:prstGeom prst="rect">
            <a:avLst/>
          </a:prstGeom>
          <a:solidFill>
            <a:srgbClr val="0C1F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76388" y="4407408"/>
            <a:ext cx="9464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URL_SSL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759952" y="4407408"/>
            <a:ext cx="1042416" cy="256032"/>
          </a:xfrm>
          <a:prstGeom prst="rect">
            <a:avLst/>
          </a:prstGeom>
          <a:solidFill>
            <a:srgbClr val="0C1F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59952" y="440740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939528" y="4407408"/>
            <a:ext cx="1042416" cy="256032"/>
          </a:xfrm>
          <a:prstGeom prst="rect">
            <a:avLst/>
          </a:prstGeom>
          <a:solidFill>
            <a:srgbClr val="0C1F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39528" y="440740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APP_LOGS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1119104" y="4407408"/>
            <a:ext cx="1042416" cy="256032"/>
          </a:xfrm>
          <a:prstGeom prst="rect">
            <a:avLst/>
          </a:prstGeom>
          <a:solidFill>
            <a:srgbClr val="0C1F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119104" y="440740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4800600"/>
            <a:ext cx="11612880" cy="502920"/>
          </a:xfrm>
          <a:prstGeom prst="rect">
            <a:avLst/>
          </a:prstGeom>
          <a:solidFill>
            <a:srgbClr val="0A1F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800600"/>
            <a:ext cx="1161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⚡  ZERO HALLUCINATION RULE: LLM is called ONLY AFTER all real data is fetched. It reads and explains — it never guesses.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74320" y="5486400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LLM Options:  DeepSeek Chat (cloud)  |  GPT-4o (cloud)  |  Ollama + Mistral 7B (on-prem, air-gapped)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05  REAL QUERIES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Engineers Actually Ask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669280" cy="1645920"/>
          </a:xfrm>
          <a:prstGeom prst="rect">
            <a:avLst/>
          </a:prstGeom>
          <a:solidFill>
            <a:srgbClr val="0D1A2A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66928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❓  Why was order #10234 rejected?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elasticsearch-mcp → get_order_by_id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9110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🔴 Order rejected — margin_check=FAIL. Client C-00492 short ₹6,700. 3 rejections today same reason.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548640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06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→ Datadog log table + AI explanation + fix action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5669280" cy="1645920"/>
          </a:xfrm>
          <a:prstGeom prst="rect">
            <a:avLst/>
          </a:prstGeom>
          <a:solidFill>
            <a:srgbClr val="0D1A2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234440"/>
            <a:ext cx="566928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34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❓  Show CPU of prod-oms-02 last 1 hour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16184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prometheus-mcp → get_cpu_usage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09360" y="19110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🟡 CPU spiked 94% at 14:32 — correlates with BSE batch job. Normalized 14:38.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548640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06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→ Grafana area chart inline + AI insight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5669280" cy="1645920"/>
          </a:xfrm>
          <a:prstGeom prst="rect">
            <a:avLst/>
          </a:prstGeom>
          <a:solidFill>
            <a:srgbClr val="0D1A2A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63240"/>
            <a:ext cx="566928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63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❓  Why is payments-api pod crashing?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447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prometheus-mcp + loki-mcp + kubernetes-mcp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7398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🔴 OOMKilled — Java heap 503MB / 512MB limit. 14 restarts. Increase memory limit to 1Gi.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434840"/>
            <a:ext cx="548640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4348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→ Pod restart bar chart + crash log viewer + kubectl fix command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3063240"/>
            <a:ext cx="5669280" cy="1645920"/>
          </a:xfrm>
          <a:prstGeom prst="rect">
            <a:avLst/>
          </a:prstGeom>
          <a:solidFill>
            <a:srgbClr val="0D1A2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063240"/>
            <a:ext cx="566928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063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❓  Which SSL certs expire in 30 days?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447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linkedeye-db-mcp → get_url_ssl_status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37398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⚠️ 3 certs expiring: trade.finspot.in (3 days), api.finspot.in (12 days), admin.finspot.in (28 days)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4434840"/>
            <a:ext cx="548640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4348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→ Table with cert details + certbot renewal commands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4892040"/>
            <a:ext cx="5669280" cy="1645920"/>
          </a:xfrm>
          <a:prstGeom prst="rect">
            <a:avLst/>
          </a:prstGeom>
          <a:solidFill>
            <a:srgbClr val="0D1A2A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892040"/>
            <a:ext cx="566928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92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❓  Any order failures in last 30 minutes?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5276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elasticsearch-mcp → get_failure_patterns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55686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🔴 47 failures: margin (66%), symbol restriction (19%), exchange timeout (15%). Timeout anomaly detected.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6263640"/>
            <a:ext cx="548640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2636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→ Failure count chart + pattern breakdown + anomaly alert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17920" y="4892040"/>
            <a:ext cx="5669280" cy="1645920"/>
          </a:xfrm>
          <a:prstGeom prst="rect">
            <a:avLst/>
          </a:prstGeom>
          <a:solidFill>
            <a:srgbClr val="0D1A2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4892040"/>
            <a:ext cx="566928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892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❓  Which Huawei switch ports are at 80%+ utilization?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5276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snmp-network-mcp → get_port_utilization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09360" y="55686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🟡 sw-mum-03 Port 39: 84% | sw-mum-01 Port 12: 81% | sw-bse-02 Port 7: 78%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09360" y="6263640"/>
            <a:ext cx="5486400" cy="201168"/>
          </a:xfrm>
          <a:prstGeom prst="rect">
            <a:avLst/>
          </a:prstGeom>
          <a:solidFill>
            <a:srgbClr val="060D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62636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→ Switch topology diagram + port utilization table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06  DATA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Flow: User to Answer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691640" cy="169164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Query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Engineer types in Web Chat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or Slack bot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65960" y="2121408"/>
            <a:ext cx="6400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968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1280160"/>
            <a:ext cx="1691640" cy="169164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463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3172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WebSocket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402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POST /api/chat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Streaming response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0" y="2121408"/>
            <a:ext cx="6400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87368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1280160"/>
            <a:ext cx="1691640" cy="169164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0" y="1463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LangGraph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Orchestrates nodes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Manages state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0760" y="2121408"/>
            <a:ext cx="6400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1280160"/>
            <a:ext cx="1691640" cy="169164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1463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4652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MCP Servers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Called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Parallel tool calls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Real data fetched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138160" y="2121408"/>
            <a:ext cx="64008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D34D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1280160"/>
            <a:ext cx="1691640" cy="169164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03920" y="1463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50392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Synthesizer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Reads fetched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Generates answer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195560" y="2121408"/>
            <a:ext cx="64008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59568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7171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104120" y="1280160"/>
            <a:ext cx="1691640" cy="169164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104120" y="1463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10412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Response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Rendered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126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Chart + Logs + 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Citations shown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703320"/>
            <a:ext cx="2788920" cy="2286000"/>
          </a:xfrm>
          <a:prstGeom prst="rect">
            <a:avLst/>
          </a:prstGeom>
          <a:solidFill>
            <a:srgbClr val="0D1A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703320"/>
            <a:ext cx="278892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Input Interfaces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178808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133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Web Chat (Next.js 15)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608576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562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Slack Bot (Bolt)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503834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992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REST API (external)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546811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5422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Mobile (future)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46120" y="3703320"/>
            <a:ext cx="2788920" cy="2286000"/>
          </a:xfrm>
          <a:prstGeom prst="rect">
            <a:avLst/>
          </a:prstGeom>
          <a:solidFill>
            <a:srgbClr val="0D1A2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46120" y="3703320"/>
            <a:ext cx="278892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4612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Auth &amp; Security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29000" y="4178808"/>
            <a:ext cx="73152" cy="7315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4133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JWT validation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29000" y="4608576"/>
            <a:ext cx="73152" cy="7315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0" y="4562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Keycloak SSO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29000" y="5038344"/>
            <a:ext cx="73152" cy="7315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4992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Multi-tenant routing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29000" y="5468112"/>
            <a:ext cx="73152" cy="7315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66160" y="5422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Audit logging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17920" y="3703320"/>
            <a:ext cx="2788920" cy="2286000"/>
          </a:xfrm>
          <a:prstGeom prst="rect">
            <a:avLst/>
          </a:prstGeom>
          <a:solidFill>
            <a:srgbClr val="0D1A2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17920" y="3703320"/>
            <a:ext cx="278892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State Management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00800" y="417880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37960" y="4133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QueryState TypedDict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00800" y="460857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4562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Redis session cache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400800" y="503834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37960" y="4992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Conversation history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0" y="546811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37960" y="5422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PostgreSQL persist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189720" y="3703320"/>
            <a:ext cx="2788920" cy="2286000"/>
          </a:xfrm>
          <a:prstGeom prst="rect">
            <a:avLst/>
          </a:prstGeom>
          <a:solidFill>
            <a:srgbClr val="0D1A2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9189720" y="3703320"/>
            <a:ext cx="278892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8972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Output Formats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372600" y="4178808"/>
            <a:ext cx="73152" cy="7315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09760" y="4133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Text + citations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372600" y="4608576"/>
            <a:ext cx="73152" cy="7315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509760" y="4562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Recharts chart JSON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9372600" y="5038344"/>
            <a:ext cx="73152" cy="7315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509760" y="4992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Datadog log table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9372600" y="5468112"/>
            <a:ext cx="73152" cy="7315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09760" y="5422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PNG for Slack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07  FRONTEND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— Grafana + Datadog Style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7772400" cy="5029200"/>
          </a:xfrm>
          <a:prstGeom prst="rect">
            <a:avLst/>
          </a:prstGeom>
          <a:solidFill>
            <a:srgbClr val="070E1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7772400" cy="41148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LinkedEye AI Chat  ●  Finspot Production  ●  LangGraph + MCP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474720" cy="365760"/>
          </a:xfrm>
          <a:prstGeom prst="rect">
            <a:avLst/>
          </a:prstGeom>
          <a:solidFill>
            <a:srgbClr val="0C1F3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Why is payments-api pod crashing?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7132320" cy="320040"/>
          </a:xfrm>
          <a:prstGeom prst="rect">
            <a:avLst/>
          </a:prstGeom>
          <a:solidFill>
            <a:srgbClr val="190505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7132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🔴 CRITICAL — payments-api OOMKilled — Java heap exhausted — 14 restarts in 2 hours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713232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97480"/>
            <a:ext cx="7132320" cy="256032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97480"/>
            <a:ext cx="71323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📊 Pod Restarts — Production Namespace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999232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payments-api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737360" y="3017520"/>
            <a:ext cx="3200400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999232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7171"/>
                </a:solidFill>
              </a:rPr>
              <a:t>14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2920" y="31729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risk-checker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737360" y="3191256"/>
            <a:ext cx="1600200" cy="1097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172968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</a:rPr>
              <a:t>7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02920" y="334670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order-engine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737360" y="3364992"/>
            <a:ext cx="6858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346704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feed-proc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737360" y="3538728"/>
            <a:ext cx="2286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3520440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7132320" cy="1143000"/>
          </a:xfrm>
          <a:prstGeom prst="rect">
            <a:avLst/>
          </a:prstGeom>
          <a:solidFill>
            <a:srgbClr val="0A0F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94760"/>
            <a:ext cx="713232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94760"/>
            <a:ext cx="71323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📋  Log Results  |  FATAL  ERROR  WARN  INFO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40507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14:38:22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170432" y="4105656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40507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764792" y="4050792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java.lang.OutOfMemoryError: Java heap space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" y="4261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14:38:21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170432" y="431596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61872" y="42611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764792" y="4261104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GC overhead limit exceeded — heap 98% (503MB / 512MB)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02920" y="44714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14:38:10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170432" y="4526280"/>
            <a:ext cx="64008" cy="6400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61872" y="44714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764792" y="447141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D34D"/>
                </a:solidFill>
              </a:rPr>
              <a:t>Heap usage at 89% — approaching OOM threshold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" y="4681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14:32:07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170432" y="473659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61872" y="46817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764792" y="468172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java.lang.OutOfMemoryError (previous crash)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5029200"/>
            <a:ext cx="7132320" cy="502920"/>
          </a:xfrm>
          <a:prstGeom prst="rect">
            <a:avLst/>
          </a:prstGeom>
          <a:solidFill>
            <a:srgbClr val="071407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029200"/>
            <a:ext cx="71323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Fix:  kubectl set resources deploy/payments-api --limits=memory=1Gi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5897880"/>
            <a:ext cx="7772400" cy="320040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5897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Ask about pods, metrics, orders, logs... (Enter to send)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321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Components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321040" y="1691640"/>
            <a:ext cx="3657600" cy="457200"/>
          </a:xfrm>
          <a:prstGeom prst="rect">
            <a:avLst/>
          </a:prstGeom>
          <a:solidFill>
            <a:srgbClr val="0D1A2A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ChatWindow.tsx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412480" y="1920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WebSocket + message list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321040" y="2240280"/>
            <a:ext cx="3657600" cy="457200"/>
          </a:xfrm>
          <a:prstGeom prst="rect">
            <a:avLst/>
          </a:prstGeom>
          <a:solidFill>
            <a:srgbClr val="0D1A2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MessageRenderer.tsx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412480" y="2468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Routes text/chart/logs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321040" y="2788920"/>
            <a:ext cx="3657600" cy="457200"/>
          </a:xfrm>
          <a:prstGeom prst="rect">
            <a:avLst/>
          </a:prstGeom>
          <a:solidFill>
            <a:srgbClr val="0D1A2A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GrafanaChart.tsx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412480" y="3017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Recharts wrapper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321040" y="3337560"/>
            <a:ext cx="3657600" cy="457200"/>
          </a:xfrm>
          <a:prstGeom prst="rect">
            <a:avLst/>
          </a:prstGeom>
          <a:solidFill>
            <a:srgbClr val="0D1A2A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LogViewer.tsx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412480" y="3566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Datadog-style table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321040" y="3886200"/>
            <a:ext cx="3657600" cy="457200"/>
          </a:xfrm>
          <a:prstGeom prst="rect">
            <a:avLst/>
          </a:prstGeom>
          <a:solidFill>
            <a:srgbClr val="0D1A2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SeverityBadge.tsx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412480" y="4114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CRITICAL/WARN/OK badge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321040" y="4434840"/>
            <a:ext cx="3657600" cy="457200"/>
          </a:xfrm>
          <a:prstGeom prst="rect">
            <a:avLst/>
          </a:prstGeom>
          <a:solidFill>
            <a:srgbClr val="0D1A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248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FixPanel.tsx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412480" y="4663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Highlighted commands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321040" y="4983480"/>
            <a:ext cx="3657600" cy="457200"/>
          </a:xfrm>
          <a:prstGeom prst="rect">
            <a:avLst/>
          </a:prstGeom>
          <a:solidFill>
            <a:srgbClr val="0D1A2A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0" y="4983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SourceCitations.tsx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412480" y="5212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 source links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321040" y="5532120"/>
            <a:ext cx="3657600" cy="457200"/>
          </a:xfrm>
          <a:prstGeom prst="rect">
            <a:avLst/>
          </a:prstGeom>
          <a:solidFill>
            <a:srgbClr val="0D1A2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12480" y="5532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QuerySuggestions.tsx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8412480" y="5760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Autocomplete hints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08  OPEN SOURCE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Strategy — Connectors vs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486400" cy="4846320"/>
          </a:xfrm>
          <a:prstGeom prst="rect">
            <a:avLst/>
          </a:prstGeom>
          <a:solidFill>
            <a:srgbClr val="07140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486400" cy="457200"/>
          </a:xfrm>
          <a:prstGeom prst="rect">
            <a:avLst/>
          </a:prstGeom>
          <a:solidFill>
            <a:srgbClr val="0A1F0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🔓  OPEN SOURCE  (MIT License)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566928"/>
          </a:xfrm>
          <a:prstGeom prst="rect">
            <a:avLst/>
          </a:prstGeom>
          <a:solidFill>
            <a:srgbClr val="0C1F3A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github.com/santhira-technologies/prometheus-mcp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Universal — every DevOps team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5120640" cy="566928"/>
          </a:xfrm>
          <a:prstGeom prst="rect">
            <a:avLst/>
          </a:prstGeom>
          <a:solidFill>
            <a:srgbClr val="0C1F3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87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github.com/santhira-technologies/elasticsearch-mcp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715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Universal — every SRE team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5120640" cy="566928"/>
          </a:xfrm>
          <a:prstGeom prst="rect">
            <a:avLst/>
          </a:prstGeom>
          <a:solidFill>
            <a:srgbClr val="0C1F3A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455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github.com/santhira-technologies/loki-mcp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3741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Universal — K8s teams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120640" cy="566928"/>
          </a:xfrm>
          <a:prstGeom prst="rect">
            <a:avLst/>
          </a:prstGeom>
          <a:solidFill>
            <a:srgbClr val="0C1F3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039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github.com/santhira-technologies/kubernetes-mcp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0325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Universal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4462272"/>
            <a:ext cx="5120640" cy="566928"/>
          </a:xfrm>
          <a:prstGeom prst="rect">
            <a:avLst/>
          </a:prstGeom>
          <a:solidFill>
            <a:srgbClr val="0C1F3A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4622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github.com/santhira-technologies/snmp-network-mcp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6908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★ UNIQUE — nobody built this yet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5120640" cy="566928"/>
          </a:xfrm>
          <a:prstGeom prst="rect">
            <a:avLst/>
          </a:prstGeom>
          <a:solidFill>
            <a:srgbClr val="0C1F3A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120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github.com/santhira-technologies/trading-oms-mcp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53492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★ WORLD FIRST — OMS log MCP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1234440"/>
            <a:ext cx="5852160" cy="4846320"/>
          </a:xfrm>
          <a:prstGeom prst="rect">
            <a:avLst/>
          </a:prstGeom>
          <a:solidFill>
            <a:srgbClr val="0A0F2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234440"/>
            <a:ext cx="5852160" cy="457200"/>
          </a:xfrm>
          <a:prstGeom prst="rect">
            <a:avLst/>
          </a:prstGeom>
          <a:solidFill>
            <a:srgbClr val="0C1535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🔒  PROPRIETARY  (BSL License)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1828800"/>
            <a:ext cx="5486400" cy="566928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8288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 LinkedEye AI Platform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0574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Full intelligence + multi-tenant UI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17920" y="2487168"/>
            <a:ext cx="5486400" cy="566928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4871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 LangGraph Orchestrator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2715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Agent graph + state management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3145536"/>
            <a:ext cx="5486400" cy="566928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14553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 Multi-tenant Routing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337413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Enterprise client isolation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3803904"/>
            <a:ext cx="5486400" cy="566928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80390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 Trading Supervision Module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403250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BOD/EOD + APM + CTCL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17920" y="4462272"/>
            <a:ext cx="5486400" cy="566928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446227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 RAG + Runbook Engine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469087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pgVector knowledge base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17920" y="5120640"/>
            <a:ext cx="5486400" cy="566928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51206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 Predictive Analytics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55080" y="5349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Capacity forecasting + anomaly ML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6217920"/>
            <a:ext cx="11612880" cy="365760"/>
          </a:xfrm>
          <a:prstGeom prst="rect">
            <a:avLst/>
          </a:prstGeom>
          <a:solidFill>
            <a:srgbClr val="0D1A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21792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Open source the connectors  →  Sell the intelligence  →  Grafana model ($6B)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09 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Deployment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6187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</a:rPr>
              <a:t>prometheus-mcp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0" y="167335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673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FastMCP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39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46120" y="126187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6187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26187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elasticsearch-mcp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9240" y="167335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673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FastMCP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039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37560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26187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26187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26187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</a:rPr>
              <a:t>loki-mcp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21040" y="167335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673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09360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FastMCP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2039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09360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89720" y="126187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89720" y="126187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62872" y="126187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kubernetes-mcp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292840" y="167335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92840" y="1673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81160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FastMCP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281160" y="2039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281160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277063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277063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77063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linkedeye-db-mcp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77440" y="318211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0" y="31821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5760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FastMCP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3547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" y="3776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46120" y="277063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46120" y="277063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277063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runbook-mcp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349240" y="318211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31821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337560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FastMCP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37560" y="3547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37560" y="3776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17920" y="277063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17920" y="277063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277063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api (FastAPI)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321040" y="318211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21040" y="31821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09360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Python 3.11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309360" y="3547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09360" y="3776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189720" y="277063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189720" y="277063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62872" y="277063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frontend (Next.js)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1292840" y="318211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292840" y="31821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281160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Node 20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281160" y="3547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9281160" y="3776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427939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74320" y="427939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427939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slack-bot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377440" y="469087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77440" y="4690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:—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6576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Slack Bolt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65760" y="5056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65760" y="5285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46120" y="427939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246120" y="427939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19272" y="427939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</a:rPr>
              <a:t>postgres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349240" y="469087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49240" y="4690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33756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PostgreSQL 16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3337560" y="5056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3337560" y="5285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217920" y="427939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217920" y="427939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91072" y="427939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</a:rPr>
              <a:t>redis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8321040" y="469087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21040" y="4690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:6379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30936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Redis 7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09360" y="5056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309360" y="5285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9189720" y="4279392"/>
            <a:ext cx="2788920" cy="1325880"/>
          </a:xfrm>
          <a:prstGeom prst="rect">
            <a:avLst/>
          </a:prstGeom>
          <a:solidFill>
            <a:srgbClr val="0D1A2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9189720" y="4279392"/>
            <a:ext cx="2788920" cy="347472"/>
          </a:xfrm>
          <a:prstGeom prst="rect">
            <a:avLst/>
          </a:prstGeom>
          <a:solidFill>
            <a:srgbClr val="0C1F3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262872" y="427939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nginx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11292840" y="4690872"/>
            <a:ext cx="594360" cy="256032"/>
          </a:xfrm>
          <a:prstGeom prst="rect">
            <a:avLst/>
          </a:prstGeom>
          <a:solidFill>
            <a:srgbClr val="060D1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292840" y="4690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:443/80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928116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Reverse Proxy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9281160" y="5056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🐳  Docker container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9281160" y="5285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linkedeye-net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74320" y="6035040"/>
            <a:ext cx="11612880" cy="594360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7200" y="6062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457200" y="6327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SMB / Single server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3383280" y="6062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linkedeye ./helm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3383280" y="6327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Enterprise K8s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6309360" y="6062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Air-gapped (Ollama LLM)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309360" y="6327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Zero internet required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9235440" y="6062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Multi-tenant SaaS mode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9235440" y="6327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Cloud deployment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10  PRODUCT FAMILY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Products — One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749040" cy="4846320"/>
          </a:xfrm>
          <a:prstGeom prst="rect">
            <a:avLst/>
          </a:prstGeom>
          <a:solidFill>
            <a:srgbClr val="0D1A2A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3749040" cy="777240"/>
          </a:xfrm>
          <a:prstGeom prst="rect">
            <a:avLst/>
          </a:prstGeom>
          <a:solidFill>
            <a:srgbClr val="0C1F3A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CD34D"/>
                </a:solidFill>
              </a:rPr>
              <a:t>TradeOps AI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Entry Product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AI chat for trading infrastructure. OMS logs + Prometheus metrics + Grafana charts inline.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3832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Target: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Trading firms, brokers, fintech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Pricing: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₹15,000–35,000/mo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33832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89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Built on: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FastAPI + LangGraph + MCP + Next.js 15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Prometheus + Elasticsearch + Loki + K8s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23360" y="3703320"/>
            <a:ext cx="457200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566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CD34D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77640" y="38404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upsell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06240" y="1280160"/>
            <a:ext cx="3749040" cy="4846320"/>
          </a:xfrm>
          <a:prstGeom prst="rect">
            <a:avLst/>
          </a:prstGeom>
          <a:solidFill>
            <a:srgbClr val="0D1A2A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06240" y="1280160"/>
            <a:ext cx="3749040" cy="777240"/>
          </a:xfrm>
          <a:prstGeom prst="rect">
            <a:avLst/>
          </a:prstGeom>
          <a:solidFill>
            <a:srgbClr val="0C1F3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129844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983480" y="12984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</a:rPr>
              <a:t>NexusIQ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98348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MSP Platform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2194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Multi-tenant on-prem AI observability for MSPs. All infra, all clients, one AI command center.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3337560"/>
            <a:ext cx="33832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Target: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Managed Service Providers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3840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Pricing: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₹35,000–80,000/mo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0" y="4251960"/>
            <a:ext cx="33832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4389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Built 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0" y="4663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FastAPI + LangGraph + MCP + Next.js 15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Prometheus + Elasticsearch + Loki + K8s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55280" y="3703320"/>
            <a:ext cx="457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3566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909560" y="38404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upsell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138160" y="1280160"/>
            <a:ext cx="3749040" cy="4846320"/>
          </a:xfrm>
          <a:prstGeom prst="rect">
            <a:avLst/>
          </a:prstGeom>
          <a:solidFill>
            <a:srgbClr val="0D1A2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38160" y="1280160"/>
            <a:ext cx="3749040" cy="777240"/>
          </a:xfrm>
          <a:prstGeom prst="rect">
            <a:avLst/>
          </a:prstGeom>
          <a:solidFill>
            <a:srgbClr val="0C1F3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129844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915400" y="12984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</a:rPr>
              <a:t>LinkedEye AI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9154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Enterprise ITSM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21040" y="2194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Full enterprise ITSM with 66 modules. ServiceNow competitor. Trading + infra + AI intelligence.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21040" y="3337560"/>
            <a:ext cx="33832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Target: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96112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Large enterprises, GCCs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321040" y="3840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Pricing: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14400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₹1,00,000+/mo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21040" y="4251960"/>
            <a:ext cx="338328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1040" y="4389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Built on: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321040" y="4663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FastAPI + LangGraph + MCP + Next.js 15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Prometheus + Elasticsearch + Loki + K8s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11 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Build Plan to First Revenue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54480" cy="411480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Wk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55448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MCP 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prometheus-mcp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587752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87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elasticsearch-mcp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026664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curl test all tools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465576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65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Deploy to Docker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56816" y="1280160"/>
            <a:ext cx="1554480" cy="41148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56816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Wk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56816" y="1691640"/>
            <a:ext cx="155448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LangGraph Agent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56816" y="2148840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02536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Intent classifier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56816" y="2587752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02536" y="2587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Data fetcher node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56816" y="3026664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02536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Sufficiency checker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56816" y="3465576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02536" y="3465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MCP client wrapper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39312" y="1280160"/>
            <a:ext cx="1554480" cy="41148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Wk 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39312" y="1691640"/>
            <a:ext cx="155448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Frontend MVP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39312" y="2148840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5032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Chat UI (Next.js)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2587752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2587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WebSocket streaming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39312" y="3026664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85032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Grafana chart render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39312" y="3465576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85032" y="3465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Datadog log viewer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21808" y="1280160"/>
            <a:ext cx="1554480" cy="411480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Wk 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21808" y="1691640"/>
            <a:ext cx="155448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21808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Loki + K8s MCP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21808" y="2148840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67528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loki-mcp server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21808" y="2587752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67528" y="2587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kubernetes-mcp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21808" y="3026664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67528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Pod crash flow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21808" y="3465576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67528" y="3465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App log analysis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04304" y="1280160"/>
            <a:ext cx="1554480" cy="411480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04304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Wk 6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004304" y="1691640"/>
            <a:ext cx="155448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04304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DB + Runbook MCP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04304" y="2148840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50024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linkedeye-db-mcp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04304" y="2587752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50024" y="2587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runbook-mcp RAG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04304" y="3026664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50024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pgVector indexing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04304" y="3465576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50024" y="3465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SSL/URL checks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686800" y="1280160"/>
            <a:ext cx="1554480" cy="411480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Wk 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686800" y="1691640"/>
            <a:ext cx="155448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Slack Bot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686800" y="2148840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32520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Slack Bolt setup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686800" y="2587752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732520" y="2587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Chart → PNG upload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686800" y="3026664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732520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Formatted blocks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686800" y="3465576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3465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Alert notifications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369296" y="1280160"/>
            <a:ext cx="1554480" cy="411480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369296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Wk 8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0369296" y="1691640"/>
            <a:ext cx="1554480" cy="365760"/>
          </a:xfrm>
          <a:prstGeom prst="rect">
            <a:avLst/>
          </a:prstGeom>
          <a:solidFill>
            <a:srgbClr val="0C1F3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369296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Live at Finspot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0369296" y="2148840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415016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Full stack deploy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0369296" y="2587752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415016" y="2587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Real data testing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369296" y="3026664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415016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Pilot demo ready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369296" y="3465576"/>
            <a:ext cx="155448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415016" y="3465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First customer call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5806440"/>
            <a:ext cx="11612880" cy="804672"/>
          </a:xfrm>
          <a:prstGeom prst="rect">
            <a:avLst/>
          </a:prstGeom>
          <a:solidFill>
            <a:srgbClr val="0C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5833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Revenue Targets: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2286000" y="5833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Month 3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286000" y="6053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₹30K MRR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2286000" y="6373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 customers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297680" y="5833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Month 6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4297680" y="6053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₹1.5L MRR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4297680" y="6373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6 customers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6309360" y="5833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Month 9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6309360" y="6053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₹3.6L MRR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6309360" y="6373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12 customers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321040" y="5833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Month 12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8321040" y="6053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₹7L MRR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8321040" y="6373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 customers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0332720" y="5833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Year 1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10332720" y="6053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₹84L ARR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10332720" y="6373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~$100K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766560"/>
            <a:ext cx="11704320" cy="9144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LinkedEye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The infrastructure that already runs Finspot's production trading stack.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Now, with AI that speaks.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384048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7548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Building Week 1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4754880"/>
            <a:ext cx="3200400" cy="640080"/>
          </a:xfrm>
          <a:prstGeom prst="rect">
            <a:avLst/>
          </a:prstGeom>
          <a:solidFill>
            <a:srgbClr val="0D1A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4754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Open Source MCPs 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Rajkumar A  •  Santhira Technologies  •  rk.madhu2026@gmail.com  •  +91 9176772077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github.com/santhira-technologies  •  linkedeye.santhira.io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LinkedEye AI — Product Structure &amp; Architecture</dc:title>
  <dc:subject>PptxGenJS Presentation</dc:subject>
  <dc:creator>Santhira Technologies</dc:creator>
  <cp:lastModifiedBy>Santhira Technologies</cp:lastModifiedBy>
  <cp:revision>1</cp:revision>
  <dcterms:created xsi:type="dcterms:W3CDTF">2026-04-24T22:46:13Z</dcterms:created>
  <dcterms:modified xsi:type="dcterms:W3CDTF">2026-04-24T22:46:13Z</dcterms:modified>
</cp:coreProperties>
</file>